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b4402a84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b4402a84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b4402a84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b4402a84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bdcb1d3b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bdcb1d3b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bdcb1d3b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bdcb1d3b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bdcb1d3b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bdcb1d3b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bdcb1d3b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bdcb1d3b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bd9d876e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bd9d876e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bd9d876e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bd9d876e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bd9d876e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bd9d876e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bd9d876e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bd9d876e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bd9d876e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bd9d876e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bdcb1d3b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bdcb1d3b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bdcb1d3b4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bdcb1d3b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bdcb1d3b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bdcb1d3b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bdcb1d3b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bbdcb1d3b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bd9d876e5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bd9d876e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bd9d876e5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bbd9d876e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bd9d876e5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bbd9d876e5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rive.google.com/drive/folders/1Pz96TFs1zCCpXmzFt_ZvdIObsh9K3tP0?usp=drive_link" TargetMode="External"/><Relationship Id="rId4" Type="http://schemas.openxmlformats.org/officeDocument/2006/relationships/hyperlink" Target="https://github.com/sylvester2703/Hospital-Patient-Data-Analysis-and-Treatment-Insights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71225" y="242300"/>
            <a:ext cx="8520600" cy="17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latin typeface="Times New Roman"/>
                <a:ea typeface="Times New Roman"/>
                <a:cs typeface="Times New Roman"/>
                <a:sym typeface="Times New Roman"/>
              </a:rPr>
              <a:t>Hospital Patient Data Analysis &amp; Treatment Insights System</a:t>
            </a:r>
            <a:endParaRPr b="1"/>
          </a:p>
        </p:txBody>
      </p:sp>
      <p:sp>
        <p:nvSpPr>
          <p:cNvPr id="55" name="Google Shape;55;p13"/>
          <p:cNvSpPr txBox="1"/>
          <p:nvPr/>
        </p:nvSpPr>
        <p:spPr>
          <a:xfrm>
            <a:off x="5550350" y="3183150"/>
            <a:ext cx="3274200" cy="18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Name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:- Analytica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:-</a:t>
            </a:r>
            <a:b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Sylvester Gard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Nidhi Dhamnaskar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Srujan Gaikwad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Rohan Bhalerao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156825" y="147050"/>
            <a:ext cx="8846400" cy="48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of the Project</a:t>
            </a:r>
            <a:r>
              <a:rPr b="1"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:- 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Hospital Patient Data Analysis &amp; Treatment Insights System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Group</a:t>
            </a:r>
            <a:r>
              <a:rPr b="1"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:- 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Analytica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 used</a:t>
            </a:r>
            <a:r>
              <a:rPr b="1"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:-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BI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CSV Dataset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195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27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938175"/>
            <a:ext cx="8520600" cy="39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2142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Statement:-</a:t>
            </a:r>
            <a:endParaRPr b="1" sz="214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204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Hospitals generate large volumes of patient data daily. However, this data is often:- </a:t>
            </a:r>
            <a:endParaRPr sz="204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298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2"/>
              <a:buFont typeface="Times New Roman"/>
              <a:buChar char="●"/>
            </a:pPr>
            <a:r>
              <a:rPr lang="en" sz="204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Unstructured</a:t>
            </a:r>
            <a:endParaRPr sz="204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298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2"/>
              <a:buFont typeface="Times New Roman"/>
              <a:buChar char="●"/>
            </a:pPr>
            <a:r>
              <a:rPr lang="en" sz="204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 to Analyze</a:t>
            </a:r>
            <a:endParaRPr sz="204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298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2"/>
              <a:buFont typeface="Times New Roman"/>
              <a:buChar char="●"/>
            </a:pPr>
            <a:r>
              <a:rPr lang="en" sz="204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used effectively for decision-making</a:t>
            </a:r>
            <a:endParaRPr sz="204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t/>
            </a:r>
            <a:endParaRPr b="1" sz="2042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2142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a result, hospitals face challenges in</a:t>
            </a:r>
            <a:r>
              <a:rPr b="1" lang="en" sz="214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:-</a:t>
            </a:r>
            <a:endParaRPr b="1" sz="214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298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2"/>
              <a:buFont typeface="Times New Roman"/>
              <a:buChar char="●"/>
            </a:pPr>
            <a:r>
              <a:rPr lang="en" sz="204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 patient trends</a:t>
            </a:r>
            <a:endParaRPr sz="204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298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2"/>
              <a:buFont typeface="Times New Roman"/>
              <a:buChar char="●"/>
            </a:pPr>
            <a:r>
              <a:rPr lang="en" sz="204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Monitoring treatment costs</a:t>
            </a:r>
            <a:endParaRPr sz="204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298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2"/>
              <a:buFont typeface="Times New Roman"/>
              <a:buChar char="●"/>
            </a:pPr>
            <a:r>
              <a:rPr lang="en" sz="204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Analyzing disease patterns</a:t>
            </a:r>
            <a:endParaRPr sz="204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298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2"/>
              <a:buFont typeface="Times New Roman"/>
              <a:buChar char="●"/>
            </a:pPr>
            <a:r>
              <a:rPr lang="en" sz="204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Optimizing hospital resources</a:t>
            </a:r>
            <a:endParaRPr sz="176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195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700"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863550"/>
            <a:ext cx="8520600" cy="39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Description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is a data analytics solutions that analyzes hospital patient data to generate meaningful insights.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Cleans raw healthcare data using Python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Analyzes patient demographics, diseases, and costs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Presents insights through an interactive Power BI dashboard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dashboard helps users understand hospital performance at a glance</a:t>
            </a:r>
            <a:endParaRPr sz="21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254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70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Project Objectives</a:t>
            </a:r>
            <a:endParaRPr sz="2700"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973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Analyze patient demographics (age,gender)</a:t>
            </a:r>
            <a:endParaRPr sz="22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Study disease-wise patient distribution</a:t>
            </a:r>
            <a:endParaRPr sz="22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Monitor hospital admission trends over time</a:t>
            </a:r>
            <a:endParaRPr sz="22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Calculate average treatment cost and stay duration</a:t>
            </a:r>
            <a:endParaRPr sz="22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Provide interactive filtering for better decision-making</a:t>
            </a:r>
            <a:endParaRPr sz="22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Convert raw data into visual insights</a:t>
            </a:r>
            <a:endParaRPr sz="22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121100" y="75625"/>
            <a:ext cx="8882100" cy="48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Used</a:t>
            </a: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:- 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Healthcare patient dataset (CSV format)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Cleaned using Python</a:t>
            </a:r>
            <a:endParaRPr sz="17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Contains information such as</a:t>
            </a: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:-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 ID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Gender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Disease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Admission Date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Discharge Date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Treatment Cost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Length Cost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Preparation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Missing values handles 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Duplicate records removed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 formats standardized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Cleaned Dataset used for Power BI</a:t>
            </a:r>
            <a:endParaRPr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/>
        </p:nvSpPr>
        <p:spPr>
          <a:xfrm>
            <a:off x="221100" y="110375"/>
            <a:ext cx="8701800" cy="48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</a:t>
            </a: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:-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Pandas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NumPy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Seaborn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Matplotlib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for Data Cleaning and Processing</a:t>
            </a: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:-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BI Desktop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KPI Cards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Bar Charts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Donut Charts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 Charts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Slicers &amp; Filters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CSV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transfer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/>
        </p:nvSpPr>
        <p:spPr>
          <a:xfrm>
            <a:off x="203550" y="81650"/>
            <a:ext cx="8736900" cy="47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Flow</a:t>
            </a:r>
            <a:endParaRPr b="1" sz="21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0"/>
          <p:cNvSpPr/>
          <p:nvPr/>
        </p:nvSpPr>
        <p:spPr>
          <a:xfrm>
            <a:off x="716425" y="980500"/>
            <a:ext cx="1571700" cy="1071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Raw healthcare data collected (CSV)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0"/>
          <p:cNvSpPr/>
          <p:nvPr/>
        </p:nvSpPr>
        <p:spPr>
          <a:xfrm>
            <a:off x="3675063" y="3023600"/>
            <a:ext cx="1571700" cy="83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Interactive dashboard designed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20"/>
          <p:cNvSpPr/>
          <p:nvPr/>
        </p:nvSpPr>
        <p:spPr>
          <a:xfrm>
            <a:off x="6967100" y="3023600"/>
            <a:ext cx="1571700" cy="83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Relationships and measures created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20"/>
          <p:cNvSpPr/>
          <p:nvPr/>
        </p:nvSpPr>
        <p:spPr>
          <a:xfrm>
            <a:off x="549725" y="3023600"/>
            <a:ext cx="1738500" cy="1071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Insights generated for decision-making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0"/>
          <p:cNvSpPr/>
          <p:nvPr/>
        </p:nvSpPr>
        <p:spPr>
          <a:xfrm>
            <a:off x="6907600" y="980500"/>
            <a:ext cx="1571700" cy="1071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Cleaned dataset loaded into Power BI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20"/>
          <p:cNvSpPr/>
          <p:nvPr/>
        </p:nvSpPr>
        <p:spPr>
          <a:xfrm>
            <a:off x="3645325" y="980500"/>
            <a:ext cx="1571700" cy="1071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Data cleaned and processed using Python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20"/>
          <p:cNvSpPr/>
          <p:nvPr/>
        </p:nvSpPr>
        <p:spPr>
          <a:xfrm>
            <a:off x="2299950" y="1325775"/>
            <a:ext cx="1345500" cy="24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0"/>
          <p:cNvSpPr/>
          <p:nvPr/>
        </p:nvSpPr>
        <p:spPr>
          <a:xfrm>
            <a:off x="5217025" y="1325775"/>
            <a:ext cx="1690500" cy="24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0"/>
          <p:cNvSpPr/>
          <p:nvPr/>
        </p:nvSpPr>
        <p:spPr>
          <a:xfrm rot="5400000">
            <a:off x="7207600" y="2446800"/>
            <a:ext cx="971700" cy="24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0"/>
          <p:cNvSpPr/>
          <p:nvPr/>
        </p:nvSpPr>
        <p:spPr>
          <a:xfrm rot="10800000">
            <a:off x="5276600" y="3315350"/>
            <a:ext cx="1690500" cy="24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/>
          <p:nvPr/>
        </p:nvSpPr>
        <p:spPr>
          <a:xfrm rot="10800000">
            <a:off x="2299975" y="3315350"/>
            <a:ext cx="1369200" cy="24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/>
        </p:nvSpPr>
        <p:spPr>
          <a:xfrm>
            <a:off x="248950" y="169100"/>
            <a:ext cx="8713500" cy="48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Hospital Patient Analytics Dashboard</a:t>
            </a:r>
            <a:r>
              <a:rPr b="1"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:-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dashboard includes: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○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KPI Cards for quick insights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○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charts for detailed analysis 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○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Filters and slicers for user-driven exploration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b="1"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dashboard is </a:t>
            </a:r>
            <a:r>
              <a:rPr b="1"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designed</a:t>
            </a:r>
            <a:r>
              <a:rPr b="1"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be: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○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○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Professional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○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Highly interactive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/>
        </p:nvSpPr>
        <p:spPr>
          <a:xfrm>
            <a:off x="73475" y="125"/>
            <a:ext cx="89772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KPIs Displayed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:- 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Patients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Length of Stay (Days)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Treatment Costs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Patient Age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:- 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KPIs provide a high-level summary of hospital performance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Visuals Included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:-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Disease-wise Patient Distribution (Bar Chart)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Gender Distribution (Donut Chart)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Admission Trend Over Time (Line Chart)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:-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comparison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 trend identification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understanding of patient patterns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/>
        </p:nvSpPr>
        <p:spPr>
          <a:xfrm>
            <a:off x="201975" y="157350"/>
            <a:ext cx="8807400" cy="48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Elements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:-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Disease Slicer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Gender Slicer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Admission date range filter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Discharge date range filter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 range slider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Length of stay filter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:- 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can dynamically explore data based on their requirements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Problems Solved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:- 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Converts raw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healthcare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into insights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hospitals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identify high-demand diseases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Assists in monitoring treatment costs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decision-making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visuals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Saves time compared to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Screenshot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73475" y="660525"/>
            <a:ext cx="8989200" cy="43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AutoNum type="arabicPeriod"/>
            </a:pPr>
            <a:r>
              <a:rPr b="1" lang="en" sz="21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Overview</a:t>
            </a:r>
            <a:endParaRPr b="1" sz="21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6" name="Google Shape;12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275" y="1087650"/>
            <a:ext cx="8520599" cy="390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87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Screenshot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73475" y="551875"/>
            <a:ext cx="8989200" cy="45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  </a:t>
            </a:r>
            <a:r>
              <a:rPr b="1" lang="en" sz="21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 Analytics Dashboard</a:t>
            </a:r>
            <a:endParaRPr b="1" sz="21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3" name="Google Shape;13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025" y="1051925"/>
            <a:ext cx="8846324" cy="39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311700" y="87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Screenshot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6"/>
          <p:cNvSpPr txBox="1"/>
          <p:nvPr>
            <p:ph idx="1" type="body"/>
          </p:nvPr>
        </p:nvSpPr>
        <p:spPr>
          <a:xfrm>
            <a:off x="73475" y="660525"/>
            <a:ext cx="8989200" cy="43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   </a:t>
            </a:r>
            <a:r>
              <a:rPr b="1" lang="en" sz="21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Treatment </a:t>
            </a:r>
            <a:r>
              <a:rPr b="1" lang="en" sz="21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Analytics Dashboard</a:t>
            </a:r>
            <a:endParaRPr b="1" sz="21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0" name="Google Shape;14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025" y="1075750"/>
            <a:ext cx="8846326" cy="397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311700" y="87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Screenshot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73475" y="660525"/>
            <a:ext cx="8989200" cy="43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  </a:t>
            </a:r>
            <a:r>
              <a:rPr b="1" lang="en" sz="21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and Stay </a:t>
            </a:r>
            <a:r>
              <a:rPr b="1" lang="en" sz="21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Analytics Dashboard</a:t>
            </a:r>
            <a:endParaRPr b="1" sz="21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7" name="Google Shape;14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925" y="1099550"/>
            <a:ext cx="8858250" cy="395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/>
        </p:nvSpPr>
        <p:spPr>
          <a:xfrm>
            <a:off x="209400" y="98650"/>
            <a:ext cx="8725200" cy="48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r>
              <a:rPr b="1"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:- 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to understand dashboard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and user-friendly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manual reporting effort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data-driven decisions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for larger datasets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Enhancements</a:t>
            </a:r>
            <a:r>
              <a:rPr b="1"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:- 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data integration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Predictive analytics using Machine Learning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Role-based dashboards (Doctor/Admin)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with live hospital systems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 on Power BI Service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/>
        </p:nvSpPr>
        <p:spPr>
          <a:xfrm>
            <a:off x="226950" y="110375"/>
            <a:ext cx="8690100" cy="47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:- 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Hospital Patient Data Analysis &amp; Treatment Insights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successfully demonstrates how data analytics and visualization can improve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healthcare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decision-making.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</a:t>
            </a:r>
            <a:r>
              <a:rPr b="1" lang="en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effectively</a:t>
            </a: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:- 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Analyzes patient data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actionable insights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professional Power BI features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Drive link for the project</a:t>
            </a: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:-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https://drive.google.com/drive/folders/1Pz96TFs1zCCpXmzFt_ZvdIObsh9K3tP0?usp=drive_link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Link</a:t>
            </a: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:-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https://github.com/sylvester2703/Hospital-Patient-Data-Analysis-and-Treatment-Insights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/>
        </p:nvSpPr>
        <p:spPr>
          <a:xfrm>
            <a:off x="1000950" y="357000"/>
            <a:ext cx="7142100" cy="41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